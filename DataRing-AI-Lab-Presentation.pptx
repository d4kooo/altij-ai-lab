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erene-inspiring-mccarthy/presentation/logo-data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464790"/>
            <a:ext cx="2667000" cy="1409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211" y="2255490"/>
            <a:ext cx="4481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RING AI LAB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000500" y="3055590"/>
            <a:ext cx="1143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07913" y="3436590"/>
            <a:ext cx="412802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d'expérimentation IA souveraine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740112" y="4453830"/>
            <a:ext cx="16636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aux donateurs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sommes-nous 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2021384"/>
            <a:ext cx="4488561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Ring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 une association a but non lucratif dediee a la promotion de l'innovation technologique responsable et de la souverainete numerique.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950666"/>
            <a:ext cx="44885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mission : democratiser l'acces aux technologies d'intelligence artificielle tout en preservant l'independance technologique.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3607891"/>
            <a:ext cx="4400550" cy="439936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3607891"/>
            <a:ext cx="0" cy="43993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3741241"/>
            <a:ext cx="41776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"Construire ensemble un avenir numerique independant et ethique"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162550" y="1589931"/>
            <a:ext cx="3600450" cy="874216"/>
          </a:xfrm>
          <a:prstGeom prst="roundRect">
            <a:avLst>
              <a:gd name="adj" fmla="val 871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0" y="1761381"/>
            <a:ext cx="33227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4000" y="2119461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Independant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162550" y="2597497"/>
            <a:ext cx="3600450" cy="874216"/>
          </a:xfrm>
          <a:prstGeom prst="roundRect">
            <a:avLst>
              <a:gd name="adj" fmla="val 871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0" y="2768947"/>
            <a:ext cx="33227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34000" y="3127028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Transparence totale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162550" y="3605064"/>
            <a:ext cx="3600450" cy="874216"/>
          </a:xfrm>
          <a:prstGeom prst="roundRect">
            <a:avLst>
              <a:gd name="adj" fmla="val 871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0" y="3776514"/>
            <a:ext cx="33227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lucratif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4000" y="4134594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service de l'interet general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382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 : une dependance critique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665089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 artificielle transforme notre societe, mais son developpement est concentre entre les mains de quelques geants technologiques etrangers.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265164"/>
            <a:ext cx="2705100" cy="929432"/>
          </a:xfrm>
          <a:prstGeom prst="roundRect">
            <a:avLst>
              <a:gd name="adj" fmla="val 819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2265164"/>
            <a:ext cx="0" cy="9294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2398514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Dependance technologique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2768054"/>
            <a:ext cx="244830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 IA dominantes sont controlees par des entreprises americaines et chinoises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19450" y="2265164"/>
            <a:ext cx="2705100" cy="929432"/>
          </a:xfrm>
          <a:prstGeom prst="roundRect">
            <a:avLst>
              <a:gd name="adj" fmla="val 819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0" y="2265164"/>
            <a:ext cx="0" cy="92943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0900" y="2398514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sur les donnees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0900" y="2768054"/>
            <a:ext cx="244830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donnees transitent par des infrastructures hors de notre controle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57900" y="2265164"/>
            <a:ext cx="2705100" cy="929432"/>
          </a:xfrm>
          <a:prstGeom prst="roundRect">
            <a:avLst>
              <a:gd name="adj" fmla="val 819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76950" y="2265164"/>
            <a:ext cx="0" cy="929432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9350" y="2398514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de transparence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29350" y="2768054"/>
            <a:ext cx="244830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modeles proprietaires sont des boites noires impossibles a auditer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3366046"/>
            <a:ext cx="8382000" cy="973336"/>
          </a:xfrm>
          <a:prstGeom prst="roundRect">
            <a:avLst>
              <a:gd name="adj" fmla="val 782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059" y="3537496"/>
            <a:ext cx="81998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72059" y="3994696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outils IA utilises en Europe proviennent d'acteurs non-europeens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 : Data Ring AI Lab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525042"/>
            <a:ext cx="4099941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open source pour tester, comparer et développer des solutions IA en toute indépendance.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195364"/>
            <a:ext cx="4019550" cy="1824930"/>
          </a:xfrm>
          <a:prstGeom prst="roundRect">
            <a:avLst>
              <a:gd name="adj" fmla="val 4176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1975" y="2376339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permet Data Ring AI Lab 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1975" y="2658219"/>
            <a:ext cx="36576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différents modèles de LLM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leurs performances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de nouveaux outils IA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Expérimenter en toute sécurité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4172694"/>
            <a:ext cx="40999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laboratoire numérique pour favoriser l'innovation et l'autonomie technologique.</a:t>
            </a:r>
            <a:endParaRPr lang="en-US" sz="975" dirty="0"/>
          </a:p>
        </p:txBody>
      </p:sp>
      <p:pic>
        <p:nvPicPr>
          <p:cNvPr id="9" name="Image 0" descr="/tmp/rasterized-gradient-e717e6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450" y="2115443"/>
            <a:ext cx="4019550" cy="85144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97564" y="2305943"/>
            <a:ext cx="3711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RING AI LAB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97564" y="2629793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centrale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99790" y="3100239"/>
            <a:ext cx="10687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743450" y="3526929"/>
            <a:ext cx="1276350" cy="426690"/>
          </a:xfrm>
          <a:prstGeom prst="roundRect">
            <a:avLst>
              <a:gd name="adj" fmla="val 17858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66704" y="3660279"/>
            <a:ext cx="10298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LLM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15050" y="3526929"/>
            <a:ext cx="1276350" cy="426690"/>
          </a:xfrm>
          <a:prstGeom prst="roundRect">
            <a:avLst>
              <a:gd name="adj" fmla="val 17858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38304" y="3660279"/>
            <a:ext cx="10298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Outils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86650" y="3526929"/>
            <a:ext cx="1276350" cy="426690"/>
          </a:xfrm>
          <a:prstGeom prst="roundRect">
            <a:avLst>
              <a:gd name="adj" fmla="val 1785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609904" y="3660279"/>
            <a:ext cx="10298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de la plateforme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459111"/>
            <a:ext cx="4114800" cy="1251496"/>
          </a:xfrm>
          <a:prstGeom prst="roundRect">
            <a:avLst>
              <a:gd name="adj" fmla="val 9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478161"/>
            <a:ext cx="411480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687711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 modèles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148632"/>
            <a:ext cx="38084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Testez et comparez les performances de différents LLM (GPT, Claude, Mistral, Llama...) sur vos cas d'usage.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648200" y="1459111"/>
            <a:ext cx="4114800" cy="1251496"/>
          </a:xfrm>
          <a:prstGeom prst="roundRect">
            <a:avLst>
              <a:gd name="adj" fmla="val 9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48200" y="1478161"/>
            <a:ext cx="411480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8700" y="1687711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d'outils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8700" y="2148632"/>
            <a:ext cx="38084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et testez de nouveaux outils IA adaptés à vos besoins spécifiques en toute autonomie.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358455"/>
            <a:ext cx="4114800" cy="1251496"/>
          </a:xfrm>
          <a:prstGeom prst="roundRect">
            <a:avLst>
              <a:gd name="adj" fmla="val 9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1000" y="3377505"/>
            <a:ext cx="411480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3587055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sécurisé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" y="4047976"/>
            <a:ext cx="38084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Expérimentez dans un sandbox isolé où vos données restent sous votre contrôle.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48200" y="3358455"/>
            <a:ext cx="4114800" cy="1251496"/>
          </a:xfrm>
          <a:prstGeom prst="roundRect">
            <a:avLst>
              <a:gd name="adj" fmla="val 9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8200" y="3377505"/>
            <a:ext cx="411480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700" y="3587055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et formation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8700" y="4047976"/>
            <a:ext cx="38084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Accédez à des ressources pour monter en compétences sur les technologies IA.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ca fonctionne 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979265"/>
            <a:ext cx="1238250" cy="777180"/>
          </a:xfrm>
          <a:prstGeom prst="roundRect">
            <a:avLst>
              <a:gd name="adj" fmla="val 980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635" y="2112615"/>
            <a:ext cx="99098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04635" y="2463105"/>
            <a:ext cx="990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50314" y="220786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8" name="Image 0" descr="/tmp/rasterized-gradient-af5310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1940272"/>
            <a:ext cx="4438650" cy="8551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93620" y="2159347"/>
            <a:ext cx="40805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RING AI LAB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93620" y="2429768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 securisee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84264" y="220786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48500" y="1684139"/>
            <a:ext cx="1714500" cy="298996"/>
          </a:xfrm>
          <a:prstGeom prst="roundRect">
            <a:avLst>
              <a:gd name="adj" fmla="val 1911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167372" y="1760339"/>
            <a:ext cx="1476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(FR)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048500" y="2040285"/>
            <a:ext cx="1714500" cy="298996"/>
          </a:xfrm>
          <a:prstGeom prst="roundRect">
            <a:avLst>
              <a:gd name="adj" fmla="val 1911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167372" y="2116485"/>
            <a:ext cx="1476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(Meta)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048500" y="2396430"/>
            <a:ext cx="1714500" cy="298996"/>
          </a:xfrm>
          <a:prstGeom prst="roundRect">
            <a:avLst>
              <a:gd name="adj" fmla="val 19114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67372" y="2472630"/>
            <a:ext cx="1476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7048500" y="2752576"/>
            <a:ext cx="1714500" cy="298996"/>
          </a:xfrm>
          <a:prstGeom prst="roundRect">
            <a:avLst>
              <a:gd name="adj" fmla="val 1911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167372" y="2828776"/>
            <a:ext cx="1476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 LLM...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2451147" y="3356372"/>
            <a:ext cx="93132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2451147" y="3760143"/>
            <a:ext cx="9313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securisees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451147" y="4118223"/>
            <a:ext cx="931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Hebergement europeen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554708" y="3502968"/>
            <a:ext cx="93132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3554708" y="3906738"/>
            <a:ext cx="931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554708" y="4104829"/>
            <a:ext cx="931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Flexibilite maximale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658268" y="3423047"/>
            <a:ext cx="93132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4658268" y="3826818"/>
            <a:ext cx="9313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comparative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58268" y="4184898"/>
            <a:ext cx="931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integre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761829" y="3502968"/>
            <a:ext cx="93132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5761829" y="3906738"/>
            <a:ext cx="931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61829" y="4104829"/>
            <a:ext cx="931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ouverte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concrets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37904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0784" y="1470422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9650" y="1414463"/>
            <a:ext cx="79084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et developpement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9650" y="1646783"/>
            <a:ext cx="7908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chercheurs peuvent tester leurs hypotheses sur differents modeles et developper des solutions IA innovantes.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32395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0784" y="2415332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9650" y="2359372"/>
            <a:ext cx="79084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et benchmark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9650" y="2591693"/>
            <a:ext cx="7908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entreprises peuvent comparer objectivement les performances des LLM avant de choisir une solution.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26886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0784" y="3360241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9650" y="3304282"/>
            <a:ext cx="79084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et montee en competences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9650" y="3536603"/>
            <a:ext cx="7908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etudiants et professionnels peuvent se former aux technologies IA dans un environnement pratique.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81000" y="421377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0784" y="4305151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09650" y="4249192"/>
            <a:ext cx="79084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Prototypage rapide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9650" y="4481513"/>
            <a:ext cx="7908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startups et PME peuvent prototyper leurs idees IA rapidement avant d'investir dans une infrastructure.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382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la souverainete IA est essentielle</a:t>
            </a:r>
            <a:endParaRPr lang="en-US" sz="1950" dirty="0"/>
          </a:p>
        </p:txBody>
      </p:sp>
      <p:pic>
        <p:nvPicPr>
          <p:cNvPr id="4" name="Image 0" descr="/tmp/rasterized-gradient-2677ce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961257"/>
            <a:ext cx="3651945" cy="13162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2151757"/>
            <a:ext cx="333636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n'est pas qu'une technologie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500" y="2486918"/>
            <a:ext cx="33363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un enjeu strategique majeur qui faconnera l'economie, la societe et la democratie des prochaines decennies.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1000" y="3429893"/>
            <a:ext cx="3651945" cy="651272"/>
          </a:xfrm>
          <a:prstGeom prst="roundRect">
            <a:avLst>
              <a:gd name="adj" fmla="val 117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0050" y="3429893"/>
            <a:ext cx="0" cy="651272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3582293"/>
            <a:ext cx="33752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"Celui qui controle l'IA controlera l'avenir. Ne laissons pas notre futur numerique entre les mains d'autres."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299645" y="1574750"/>
            <a:ext cx="2165003" cy="1093143"/>
          </a:xfrm>
          <a:prstGeom prst="roundRect">
            <a:avLst>
              <a:gd name="adj" fmla="val 697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33443" y="1727150"/>
            <a:ext cx="18974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433443" y="2157561"/>
            <a:ext cx="18974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Securite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433443" y="2368897"/>
            <a:ext cx="1897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donnees sensibles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6597997" y="1574750"/>
            <a:ext cx="2165003" cy="1093143"/>
          </a:xfrm>
          <a:prstGeom prst="roundRect">
            <a:avLst>
              <a:gd name="adj" fmla="val 6971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31795" y="1727150"/>
            <a:ext cx="18974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731795" y="2157561"/>
            <a:ext cx="18974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6731795" y="2368897"/>
            <a:ext cx="1897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Auditer et comprendre les modeles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299645" y="2801243"/>
            <a:ext cx="2165003" cy="1093143"/>
          </a:xfrm>
          <a:prstGeom prst="roundRect">
            <a:avLst>
              <a:gd name="adj" fmla="val 6971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433443" y="2953643"/>
            <a:ext cx="18974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4433443" y="3384054"/>
            <a:ext cx="18974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Ethique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433443" y="3595390"/>
            <a:ext cx="1897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Maitriser les biais et valeurs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597997" y="2801243"/>
            <a:ext cx="2165003" cy="1093143"/>
          </a:xfrm>
          <a:prstGeom prst="roundRect">
            <a:avLst>
              <a:gd name="adj" fmla="val 697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731795" y="2953643"/>
            <a:ext cx="18974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6731795" y="3384054"/>
            <a:ext cx="18974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6731795" y="3595390"/>
            <a:ext cx="1897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Stimuler l'ecosysteme local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299645" y="4027736"/>
            <a:ext cx="4463355" cy="439936"/>
          </a:xfrm>
          <a:prstGeom prst="roundRect">
            <a:avLst>
              <a:gd name="adj" fmla="val 1732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91028" y="4161086"/>
            <a:ext cx="4280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Rester souverain = Rester maitre de notre destin numerique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nous avons besoin de vous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97180" y="1211461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maintenir notre independance et continuer a developper Data Ring AI Lab, nous avons besoin de votre soutien.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082105"/>
            <a:ext cx="2679650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2272605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994" y="2344936"/>
            <a:ext cx="1603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2806005"/>
            <a:ext cx="2344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1500" y="3101280"/>
            <a:ext cx="23446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Serveurs, GPU, hebergement cloud pour faire tourner les modeles 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2100" y="2082105"/>
            <a:ext cx="2679650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2600" y="2272605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3094" y="2344936"/>
            <a:ext cx="1603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422600" y="2806005"/>
            <a:ext cx="2344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 aux API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422600" y="3101280"/>
            <a:ext cx="23446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pour utiliser les API des differents fournisseurs de LLM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3201" y="2082105"/>
            <a:ext cx="2679650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73701" y="2272605"/>
            <a:ext cx="438150" cy="438150"/>
          </a:xfrm>
          <a:prstGeom prst="roundRect">
            <a:avLst>
              <a:gd name="adj" fmla="val 20869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5613" y="2344936"/>
            <a:ext cx="32061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273701" y="2806005"/>
            <a:ext cx="2344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Developpement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273701" y="3101280"/>
            <a:ext cx="23446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developpement pour ameliorer la plateforme</a:t>
            </a:r>
            <a:endParaRPr lang="en-US" sz="900" dirty="0"/>
          </a:p>
        </p:txBody>
      </p:sp>
      <p:pic>
        <p:nvPicPr>
          <p:cNvPr id="20" name="Image 0" descr="/tmp/rasterized-gradient-00dd49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276725"/>
            <a:ext cx="8382000" cy="5810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91490" y="44672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financement externe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nous dependons des memes acteurs dont nous cherchons a nous affranchir.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0461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votre soutien permet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232743"/>
            <a:ext cx="2705100" cy="1293316"/>
          </a:xfrm>
          <a:prstGeom prst="roundRect">
            <a:avLst>
              <a:gd name="adj" fmla="val 8838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259" y="1423243"/>
            <a:ext cx="23705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259" y="1945184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Independance garantie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259" y="2188964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dependance aux GAFAM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19450" y="1232743"/>
            <a:ext cx="2705100" cy="1293316"/>
          </a:xfrm>
          <a:prstGeom prst="roundRect">
            <a:avLst>
              <a:gd name="adj" fmla="val 8838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6709" y="1423243"/>
            <a:ext cx="23705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6709" y="1945184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Nouvelles fonctionnalites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6709" y="2188964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continue de la plateforme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57900" y="1232743"/>
            <a:ext cx="2705100" cy="1293316"/>
          </a:xfrm>
          <a:prstGeom prst="roundRect">
            <a:avLst>
              <a:gd name="adj" fmla="val 8838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25159" y="1423243"/>
            <a:ext cx="23705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25159" y="1945184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25159" y="2188964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pour les utilisateurs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2678460"/>
            <a:ext cx="8382000" cy="1098947"/>
          </a:xfrm>
          <a:prstGeom prst="roundRect">
            <a:avLst>
              <a:gd name="adj" fmla="val 104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2868960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Concretement, votre don finance :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71500" y="318328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L'hebergement securise en Europe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71500" y="341367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tests de nouveaux modeles IA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667250" y="318328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developpement d'outils innovants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67250" y="341367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 documentation et la formation</a:t>
            </a:r>
            <a:endParaRPr lang="en-US" sz="975" dirty="0"/>
          </a:p>
        </p:txBody>
      </p:sp>
      <p:pic>
        <p:nvPicPr>
          <p:cNvPr id="22" name="Image 0" descr="/tmp/rasterized-gradient-152c56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929807"/>
            <a:ext cx="8382000" cy="90666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7700" y="4125962"/>
            <a:ext cx="514350" cy="514350"/>
          </a:xfrm>
          <a:prstGeom prst="roundRect">
            <a:avLst>
              <a:gd name="adj" fmla="val 177778"/>
            </a:avLst>
          </a:prstGeom>
          <a:solidFill>
            <a:srgbClr val="C9A227">
              <a:alpha val="20000"/>
            </a:srgbClr>
          </a:solidFill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19150" y="4223147"/>
            <a:ext cx="174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52550" y="4101257"/>
            <a:ext cx="7286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Transparence totale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1352550" y="4491782"/>
            <a:ext cx="7286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d'activite annuel - Utilisation des fonds publique - Code source ouvert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erene-inspiring-mccarthy/presentation/logo-data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419398"/>
            <a:ext cx="1524000" cy="805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7699" y="1529655"/>
            <a:ext cx="49884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Rejoignez-nous dans cette aventure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845437" y="2539305"/>
            <a:ext cx="545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Ensemble, construisons un avenir numerique independant, ethique et innovant.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24336" y="3167955"/>
            <a:ext cx="1257300" cy="415230"/>
          </a:xfrm>
          <a:prstGeom prst="roundRect">
            <a:avLst>
              <a:gd name="adj" fmla="val 18351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44935" y="3282255"/>
            <a:ext cx="8161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un don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453086" y="3148905"/>
            <a:ext cx="1666429" cy="453330"/>
          </a:xfrm>
          <a:prstGeom prst="roundRect">
            <a:avLst>
              <a:gd name="adj" fmla="val 16809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89025" y="3282255"/>
            <a:ext cx="11945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Devenir partenaire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23217" y="4021336"/>
            <a:ext cx="26974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: contact@data-ring.org - www.data-ring.org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749826" y="4486126"/>
            <a:ext cx="1644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soutien !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Ring AI Lab - Présentation Donateurs</dc:title>
  <dc:subject>Plateforme d'expérimentation IA souveraine</dc:subject>
  <dc:creator>Data Ring</dc:creator>
  <cp:lastModifiedBy>Data Ring</cp:lastModifiedBy>
  <cp:revision>1</cp:revision>
  <dcterms:created xsi:type="dcterms:W3CDTF">2026-01-14T13:34:20Z</dcterms:created>
  <dcterms:modified xsi:type="dcterms:W3CDTF">2026-01-14T13:34:20Z</dcterms:modified>
</cp:coreProperties>
</file>